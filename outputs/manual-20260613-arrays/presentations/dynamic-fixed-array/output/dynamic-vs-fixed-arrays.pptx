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f39057e2c6452f" /><Relationship Type="http://schemas.openxmlformats.org/officeDocument/2006/relationships/extended-properties" Target="/docProps/app.xml" Id="R96271fbc11ca4c2f" /><Relationship Type="http://schemas.openxmlformats.org/officeDocument/2006/relationships/officeDocument" Target="/ppt/presentation.xml" Id="Rd6c36b0fe2a54b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5832269ba54d8f"/>
  </p:sldMasterIdLst>
  <p:notesMasterIdLst>
    <p:notesMasterId xmlns:r="http://schemas.openxmlformats.org/officeDocument/2006/relationships" r:id="Rf390cf7661804a39"/>
  </p:notesMasterIdLst>
  <p:sldIdLst>
    <p:sldId xmlns:r="http://schemas.openxmlformats.org/officeDocument/2006/relationships" id="256" r:id="Rd6580c270ade4e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258d983d8f4151" /><Relationship Type="http://schemas.openxmlformats.org/officeDocument/2006/relationships/slideMaster" Target="/ppt/slideMasters/slideMaster1.xml" Id="Ra85832269ba54d8f" /><Relationship Type="http://schemas.openxmlformats.org/officeDocument/2006/relationships/notesMaster" Target="/ppt/notesMasters/notesMaster1.xml" Id="Rf390cf7661804a39" /><Relationship Type="http://schemas.openxmlformats.org/officeDocument/2006/relationships/presProps" Target="/ppt/presProps.xml" Id="Rbbb8ec46fee34d04" /><Relationship Type="http://schemas.openxmlformats.org/officeDocument/2006/relationships/viewProps" Target="/ppt/viewProps.xml" Id="R20743517fcdb439b" /><Relationship Type="http://schemas.openxmlformats.org/officeDocument/2006/relationships/tableStyles" Target="/ppt/tableStyles.xml" Id="Rf25fe7249d8946a2" /><Relationship Type="http://schemas.openxmlformats.org/officeDocument/2006/relationships/slide" Target="/ppt/slides/slide1.xml" Id="Rd6580c270ade4e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22f0b2b2b45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0435c3cadb4a4f" /><Relationship Type="http://schemas.openxmlformats.org/officeDocument/2006/relationships/notesMaster" Target="/ppt/notesMasters/notesMaster1.xml" Id="R91b297f8a5ac4a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5cd5bfa2643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7ba3ff9efc435c" /><Relationship Type="http://schemas.openxmlformats.org/officeDocument/2006/relationships/slideLayout" Target="/ppt/slideLayouts/slideLayout1.xml" Id="R65683f152534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683f152534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14b58b1464403" /><Relationship Type="http://schemas.openxmlformats.org/officeDocument/2006/relationships/notesSlide" Target="/ppt/notesSlides/notesSlide1.xml" Id="R600dfea5ac7b45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DD546A-73FB-43EC-81F3-ED64E756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5D31E5-0454-402B-B37A-2A65BFD0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545884-DBF1-4225-97A7-07ECB062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ARRAY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1F9E7-FEF5-459B-95F2-E5E1EBA4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Dynamic arrays trade extra memory and resizing work for flexibility.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D0683-DBAF-4280-94E2-70F5B814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Fixed arrays are predictable in size; dynamic arrays grow or shrink as the program needs more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D2494-9724-45FF-BDFE-113968D9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0292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1219E-13A0-49FE-AD40-4F04B55D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02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89975-66DE-4D23-98F4-33674CD5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6"/>
          </a:solidFill>
          <a:ln xmlns:a="http://schemas.openxmlformats.org/drawingml/2006/main" w="14288">
            <a:solidFill>
              <a:srgbClr val="1F6F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8CCA3-37DD-4E5D-92F9-F68A14A9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38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Fixed Array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2B475-1E79-45DA-863F-1A3FC46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908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Size is chosen before use and normally cannot change while the program runs.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9CC96-E02C-432D-BF06-89A568ED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BEEA6-4AAE-471D-BD48-CD736C0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4495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Fast access by index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Simple memory layout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Predictable storage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E7A4A-5C1F-4CEB-9688-F9A1752A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76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1C727-F2D3-45D9-A915-5E45CAF3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Disadvantages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D0A03-C670-4C66-98E6-2CDD378A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53025"/>
            <a:ext cx="449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Wastes space if too large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Runs out of space if too small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Harder to insert or remove many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1FFBE-E6FF-4328-8C85-67B53527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0292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40ED8-0236-4441-949D-B3269A59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02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4D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7629D-CB85-4381-9EE4-0729B479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DF"/>
          </a:solidFill>
          <a:ln xmlns:a="http://schemas.openxmlformats.org/drawingml/2006/main" w="14288">
            <a:solidFill>
              <a:srgbClr val="9A4D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D2552-6B90-4905-A7CA-22DFCB94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02124"/>
                </a:solidFill>
                <a:latin typeface="Aptos Display"/>
                <a:ea typeface="Aptos Display"/>
                <a:cs typeface="Aptos Display"/>
              </a:rPr>
              <a:t>Dynamic Array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4CCAB-18A4-423F-8C36-032D6F9C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908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Size can expand or shrink, often by copying data into a larger backing array.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0B7ED-FC03-4F0F-95D3-AB769A9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04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4D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A4D2E"/>
                </a:solidFill>
                <a:latin typeface="Aptos"/>
                <a:ea typeface="Aptos"/>
                <a:cs typeface="Aptos"/>
              </a:rPr>
              <a:t>Advantages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CD340-061D-4A84-9E58-E378567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495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Flexible size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Easier to add items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Useful when data size is unknown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DE787-EEDF-4F98-BA5C-B2F5F5EB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C7E8-7521-4CB9-B457-6BC3B1CF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4D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A4D2E"/>
                </a:solidFill>
                <a:latin typeface="Aptos"/>
                <a:ea typeface="Aptos"/>
                <a:cs typeface="Aptos"/>
              </a:rPr>
              <a:t>Disadvantages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65F10-45CE-48CD-A213-2A7819C1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53025"/>
            <a:ext cx="449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May use extra memory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Resizing can be slower</a:t>
            </a:r>
          </a:p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- Implementation is more complex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531DF-89B3-494B-8D2C-2A6E45FC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Rule of thumb: use a fixed array when the size is known; use a dynamic array when the collection needs to grow.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59F63-E686-475A-B8A8-91683226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8817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2026-06-13T12:53:17.3220000Z</dcterms:created>
  <dcterms:modified xsi:type="dcterms:W3CDTF">2026-06-13T12:53:17.3220000Z</dcterms:modified>
</coreProperties>
</file>