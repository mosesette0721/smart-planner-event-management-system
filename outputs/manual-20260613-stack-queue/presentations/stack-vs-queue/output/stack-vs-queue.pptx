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aaaaf470034f82" /><Relationship Type="http://schemas.openxmlformats.org/officeDocument/2006/relationships/extended-properties" Target="/docProps/app.xml" Id="R07ac168135004634" /><Relationship Type="http://schemas.openxmlformats.org/officeDocument/2006/relationships/officeDocument" Target="/ppt/presentation.xml" Id="R23b457aab8ae42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b0c6b5f3094ce0"/>
  </p:sldMasterIdLst>
  <p:notesMasterIdLst>
    <p:notesMasterId xmlns:r="http://schemas.openxmlformats.org/officeDocument/2006/relationships" r:id="R94f10db0005f4f65"/>
  </p:notesMasterIdLst>
  <p:sldIdLst>
    <p:sldId xmlns:r="http://schemas.openxmlformats.org/officeDocument/2006/relationships" id="256" r:id="R9352c071606246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69a106db64ba5" /><Relationship Type="http://schemas.openxmlformats.org/officeDocument/2006/relationships/slideMaster" Target="/ppt/slideMasters/slideMaster1.xml" Id="Re1b0c6b5f3094ce0" /><Relationship Type="http://schemas.openxmlformats.org/officeDocument/2006/relationships/notesMaster" Target="/ppt/notesMasters/notesMaster1.xml" Id="R94f10db0005f4f65" /><Relationship Type="http://schemas.openxmlformats.org/officeDocument/2006/relationships/presProps" Target="/ppt/presProps.xml" Id="Rcb4a83bf5bed41a6" /><Relationship Type="http://schemas.openxmlformats.org/officeDocument/2006/relationships/viewProps" Target="/ppt/viewProps.xml" Id="R4e2f1435087744da" /><Relationship Type="http://schemas.openxmlformats.org/officeDocument/2006/relationships/tableStyles" Target="/ppt/tableStyles.xml" Id="R1706e0405ecf4726" /><Relationship Type="http://schemas.openxmlformats.org/officeDocument/2006/relationships/slide" Target="/ppt/slides/slide1.xml" Id="R9352c0716062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fd1fa9cd08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272059ead4fba" /><Relationship Type="http://schemas.openxmlformats.org/officeDocument/2006/relationships/notesMaster" Target="/ppt/notesMasters/notesMaster1.xml" Id="Raaa2e442b184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e5179280d4d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403b05b09e449d" /><Relationship Type="http://schemas.openxmlformats.org/officeDocument/2006/relationships/slideLayout" Target="/ppt/slideLayouts/slideLayout1.xml" Id="Reb7f2055742a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7f2055742a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42e61441d4a5e" /><Relationship Type="http://schemas.openxmlformats.org/officeDocument/2006/relationships/notesSlide" Target="/ppt/notesSlides/notesSlide1.xml" Id="R7eac6b774d1d41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99607-DBB5-4753-8F0D-8C3A7441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92B1CB-8F77-448D-9B3E-1316B25E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2B3DDC-8613-49DC-9D84-DEA0980D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DATA STRUCTURE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9E38B-D262-413E-90FD-0ECA75B9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Stacks and queues control the order in which data is removed.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78B20-A706-43BC-B9D6-E325477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A stack removes the newest item first; a queue removes the oldest item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6427-B82C-4D86-B150-B7306E0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029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F1216-D4FE-43B9-8F03-91AC73B8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02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3466-CB63-4A13-BE19-DC67A76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6"/>
          </a:solidFill>
          <a:ln xmlns:a="http://schemas.openxmlformats.org/drawingml/2006/main" w="14288">
            <a:solidFill>
              <a:srgbClr val="1F6F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BA9E2-4B56-4637-AC6C-EA69321E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LIFO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2E8F7-A686-4370-B07B-6DF80E6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FCCD6-69CD-4674-BD19-483B670C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08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Last In, First Out: the most recently added item is removed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4696F-6387-4738-883B-9690414C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D952E-981C-434E-A47B-29550E0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495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Simple push and pop operations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Good for undo, recursion, and backtracking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Fast access to the top item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AE70B-7698-424E-8420-2BCBE7CD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959B0-C155-4E81-8A33-E518DFD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Disadvantages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C1763-CAFD-4FD5-AC82-D82C8EF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449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Only the top item is directly accessible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Not ideal for fair waiting order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Can overflow if size is limited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61683-A483-4E22-978D-50F9E9CD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029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62E0D-BCDB-4779-A457-07290108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02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668FB-2D12-4106-80D0-74A8554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DF"/>
          </a:solidFill>
          <a:ln xmlns:a="http://schemas.openxmlformats.org/drawingml/2006/main" w="14288">
            <a:solidFill>
              <a:srgbClr val="9A4D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203E3-7C6E-4C8B-AFDB-776BA2F6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670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4D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A4D2E"/>
                </a:solidFill>
                <a:latin typeface="Aptos"/>
                <a:ea typeface="Aptos"/>
                <a:cs typeface="Aptos"/>
              </a:rPr>
              <a:t>FIFO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27F89-BD78-4D72-BE91-3807AD2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DC5D4-8881-442A-8084-69AEF642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08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First In, First Out: the earliest added item is removed first.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B4526-F720-497E-A2B7-4E63E8B6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4D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A4D2E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EFDC5-A45E-4F6C-B687-C153C005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495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Keeps items in arrival order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Good for scheduling and waiting lines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Fair way to process tasks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BC681-ECD8-401E-B4B1-C6AB2870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2E32BA-D6E4-418B-A713-BF161D83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4D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A4D2E"/>
                </a:solidFill>
                <a:latin typeface="Aptos"/>
                <a:ea typeface="Aptos"/>
                <a:cs typeface="Aptos"/>
              </a:rPr>
              <a:t>Disadvantages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D3ECA-0072-4B7B-A7FE-91659462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53025"/>
            <a:ext cx="449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Cannot directly access middle items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May need extra pointers or circular logic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Can grow large if items arrive too fast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ACE35-64D8-40B9-9BC5-FDC968CB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Rule of thumb: use a stack when the newest item should be handled first; use a queue when the oldest item should be handled first.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075D6-243E-4DA2-BECF-67814CA2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8830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2026-06-13T13:11:06.5730000Z</dcterms:created>
  <dcterms:modified xsi:type="dcterms:W3CDTF">2026-06-13T13:11:06.5730000Z</dcterms:modified>
</coreProperties>
</file>